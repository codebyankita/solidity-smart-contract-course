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295e589f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295e589f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295e589f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295e589f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295e589f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295e589f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295e589f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295e589f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295e589f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295e589f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295e589fa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295e589f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295e589f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295e589f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295e589f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295e589f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295e589fa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295e589fa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295e589fa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295e589fa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295e589f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295e589f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295e589f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295e589f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295e589fa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295e589f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295e589fa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295e589fa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295e589fa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295e589fa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ethereum-magicians.org/t/eip-7939/10805" TargetMode="External"/><Relationship Id="rId4" Type="http://schemas.openxmlformats.org/officeDocument/2006/relationships/hyperlink" Target="https://ethereum-magicians.org/t/eip-7939/10805" TargetMode="External"/><Relationship Id="rId5" Type="http://schemas.openxmlformats.org/officeDocument/2006/relationships/hyperlink" Target="https://www.youtube.com/watch?v=MuBxmqDyw_c" TargetMode="External"/><Relationship Id="rId6" Type="http://schemas.openxmlformats.org/officeDocument/2006/relationships/hyperlink" Target="https://www.youtube.com/watch?v=MuBxmqDyw_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0" y="1822821"/>
            <a:ext cx="5361300" cy="178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EIP-7939 — Count Leading Zeros (CLZ)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2673924"/>
            <a:ext cx="5361300" cy="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40">
                <a:solidFill>
                  <a:srgbClr val="000000"/>
                </a:solidFill>
              </a:rPr>
              <a:t>The Tiny Opcode That Makes Ethereum 60× Faster | Fusaka Upgrade 2026</a:t>
            </a:r>
            <a:endParaRPr sz="184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54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6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455875"/>
            <a:ext cx="7505700" cy="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What is an EIP?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rgbClr val="000000"/>
                </a:solidFill>
              </a:rPr>
              <a:t>Ethereum Improvement Proposal = EIP</a:t>
            </a:r>
            <a:endParaRPr sz="1550">
              <a:solidFill>
                <a:srgbClr val="000000"/>
              </a:solidFill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534225"/>
            <a:ext cx="7505700" cy="29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36" name="Google Shape;136;p14" title="Screenshot 2025-11-12 at 11.53.1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850" y="1709700"/>
            <a:ext cx="8004299" cy="30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596150"/>
            <a:ext cx="7505700" cy="7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EVM = Ethereum Virtual Machine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253675"/>
            <a:ext cx="7505700" cy="31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“computer” that executes every Ethereum smart contract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Stack-base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architecture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uses a stack to execute opcodes (PUSH, POP, ADD, etc.)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Operates on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256-bit words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(everything is 32 bytes wide)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floating-point arithmetic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CLZ (Count Leading Zeros)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until now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Executes all smart contracts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Stack-based 256-bit architecture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Missing basic bit-math ops (CLZ, CTZ)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title="Screenshot 2025-11-12 at 12.03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50" y="219175"/>
            <a:ext cx="8758251" cy="47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508475"/>
            <a:ext cx="7505700" cy="6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What Is EIP-7939?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315050"/>
            <a:ext cx="7505700" cy="3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EIP-7939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Ethereum Improvement Proposal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add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instruction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Ethereum Virtual Machine (EVM)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the engine that runs all smart contracts.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instruction is called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CLZ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 Leading Zeros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does it do?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give it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256-bit number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(like 0x000...001).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counts how many zeros are at the beginning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(from the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i.e.,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Significant Bit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returns that count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(0 to 256).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number is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it returns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256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Example:</a:t>
            </a:r>
            <a:br>
              <a:rPr lang="en-GB"/>
            </a:br>
            <a:r>
              <a:rPr lang="en-GB"/>
              <a:t>0x8000...0000 → CLZ → 0     (no leading zeros)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0x0000...0001 → CLZ → 255   (255 leading zeros)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0x0000...0000 → CLZ → 256   (all zeros → special case)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499725"/>
            <a:ext cx="75057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Was This Needed?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938075"/>
            <a:ext cx="7505700" cy="3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EVM is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great at security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terrible at math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Today, if a smart contract wants to: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log2(x)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 sqrt(x)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the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significant bit (MSB)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Compress 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 ZK proofs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…it has to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simulate CLZ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dozens of EVM instructions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like: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23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SHR, LT, OR, XOR, BYTE, ISZERO…</a:t>
            </a:r>
            <a:endParaRPr sz="1000">
              <a:solidFill>
                <a:srgbClr val="0023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23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Cost Today:</a:t>
            </a:r>
            <a:endParaRPr sz="1000">
              <a:solidFill>
                <a:srgbClr val="0023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23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Result:</a:t>
            </a:r>
            <a:endParaRPr sz="1000">
              <a:solidFill>
                <a:srgbClr val="0023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23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DeFi apps pay huge gas.</a:t>
            </a:r>
            <a:endParaRPr sz="1000">
              <a:solidFill>
                <a:srgbClr val="0023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23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ZK rollups prove slowly.</a:t>
            </a:r>
            <a:endParaRPr sz="1000">
              <a:solidFill>
                <a:srgbClr val="00233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rgbClr val="00233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Contracts are bloated.</a:t>
            </a:r>
            <a:endParaRPr sz="4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8" title="Screenshot 2025-11-12 at 12.34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850" y="3092075"/>
            <a:ext cx="3918875" cy="16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517250"/>
            <a:ext cx="7505700" cy="39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the EVM doesn’t have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 Leading Zeros (CLZ)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instruction, developers must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manually build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logic using basic bitwise operations.</a:t>
            </a:r>
            <a:endParaRPr/>
          </a:p>
        </p:txBody>
      </p:sp>
      <p:pic>
        <p:nvPicPr>
          <p:cNvPr id="166" name="Google Shape;166;p19" title="Screenshot 2025-11-12 at 12.15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25" y="1306300"/>
            <a:ext cx="8056902" cy="271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819150" y="403275"/>
            <a:ext cx="75057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EIP-7939 Adds CLZ Opcode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819150" y="955600"/>
            <a:ext cx="7505700" cy="38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“Stop simulating. Just add CLZ as a real EVM instruction.”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Spec (Official)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Opcode: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0x1e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CLZ (Count Leading Zeros)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Cost: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gas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only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 Input1 × 256-bit word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 Output1 × count (0–256)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Gas Cost5 gas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 InputReturns 256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StatusLast Call (Oct 28, 2025)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UpgradeFusaka (Q1 2026)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Returns :0 – 256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Hardware-style bit counting — no loops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 Call → Coming in Fusaka 2026 upgrade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5 gas?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Same tier as MUL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Prevents DoS (not too cheap)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Still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36x cheaper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than current code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447125"/>
            <a:ext cx="75057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How CLZ Works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819150" y="3252575"/>
            <a:ext cx="75057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000"/>
              <a:t>Binary: 00000000 00000000 ... 00000001</a:t>
            </a:r>
            <a:endParaRPr sz="4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000"/>
              <a:t>        ↑↑↑↑↑↑↑↑↑↑↑↑↑↑↑↑↑↑↑↑↑↑↑↑↑↑↑↑↑↑↑↑↑</a:t>
            </a:r>
            <a:endParaRPr sz="4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000"/>
              <a:t>        255 leading zeros → CLZ returns 255</a:t>
            </a:r>
            <a:endParaRPr sz="4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1" title="Screenshot 2025-11-12 at 12.41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122125"/>
            <a:ext cx="4423525" cy="24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19150" y="911775"/>
            <a:ext cx="7505700" cy="37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Code (EVM Assembly / Solidity)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this </a:t>
            </a:r>
            <a:r>
              <a:rPr i="1"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as-shown</a:t>
            </a:r>
            <a:r>
              <a:rPr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it’s a </a:t>
            </a:r>
            <a:r>
              <a:rPr b="1"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simplified real version</a:t>
            </a:r>
            <a:r>
              <a:rPr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what’s currently the fastest known CLZ emulation on the EVM (taken from EIP discussions and optimized libraries like Solady).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function clz(uint256 x) internal pure returns (uint256 r) {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assembly {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// Binary search over 256 bits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r := shl(7, lt(0xffffffffffffffffffffffffffffffff, x))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r := or(r, shl(6, lt(0xffffffffffffffff, shr(r, x))))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r := or(r, shl(5, lt(0xffffffff, shr(r, x))))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r := or(r, shl(4, lt(0xffff, shr(r, x))))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r := or(r, shl(3, lt(0xff, shr(r, x))))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// The final step uses a lookup table (omitted for brevity)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// to get the last few bits right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    r := add(xor(r, byte(0x00, 0xf8f9fa...)), iszero(x))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}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}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Code (Future Solidity, after Fusaka 2026)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assembly {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    let result := clz(x)  // New EVM opcode 0x1e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}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just call </a:t>
            </a:r>
            <a:r>
              <a:rPr lang="en-GB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clz(x)</a:t>
            </a:r>
            <a:r>
              <a:rPr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line, one opcode, </a:t>
            </a:r>
            <a:r>
              <a:rPr b="1"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36× cheaper</a:t>
            </a:r>
            <a:r>
              <a:rPr lang="en-GB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90% smaller bytecode.”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85" name="Google Shape;185;p22"/>
          <p:cNvSpPr txBox="1"/>
          <p:nvPr/>
        </p:nvSpPr>
        <p:spPr>
          <a:xfrm>
            <a:off x="806575" y="412050"/>
            <a:ext cx="71976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Before CLZ — Current Software Emulation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819150" y="447125"/>
            <a:ext cx="7505700" cy="8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Powerful Use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819150" y="3707400"/>
            <a:ext cx="7505700" cy="10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3" title="Screenshot 2025-11-12 at 12.59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49" y="1113425"/>
            <a:ext cx="6449176" cy="259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ZK &amp; Rollup Impact — Why CLZ Matters for Zero-Knowledge Proofs</a:t>
            </a:r>
            <a:endParaRPr/>
          </a:p>
        </p:txBody>
      </p:sp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Before CLZ: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ZK circuits emulate shifts → higher constraints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→ expensive proof generation → slower rollups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After CLZ: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Native bit-count (CLZ 0x1e) in EVM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→ fewer constraints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→ faster proving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→ cheaper rollups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→ more private on-chain computation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CLZ = cheaper ZK math. Faster proofs. Lower rollup cost.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99" name="Google Shape;199;p24" title="Screenshot 2025-11-12 at 1.03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025" y="2813254"/>
            <a:ext cx="4494800" cy="177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Fusaka Upgrade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819150" y="1420250"/>
            <a:ext cx="7505700" cy="3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Fusaka = Ethereum’s largest post-Pectra upgrade (12 EIPs)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CLZ: the smallest yet most impactful EVM improvement.</a:t>
            </a:r>
            <a:endParaRPr/>
          </a:p>
        </p:txBody>
      </p:sp>
      <p:pic>
        <p:nvPicPr>
          <p:cNvPr id="206" name="Google Shape;206;p25" title="Screenshot 2025-11-12 at 1.04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363" y="2010600"/>
            <a:ext cx="3609975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Security &amp; Edge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819150" y="1639425"/>
            <a:ext cx="7505700" cy="27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Backwards compatible — only breaks if you used clz as a variable name (rare)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6" title="Screenshot 2025-11-12 at 1.06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856" y="1756375"/>
            <a:ext cx="5233392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EIP-7939 Timeline (Fusaka Upgrade)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7" title="Screenshot 2025-11-12 at 1.13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2" y="1638325"/>
            <a:ext cx="745692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Authors &amp; Community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Vectorized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(@Vectorized) — Solady dev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Co-authors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Georgios Konstantopoulos (@gakonst), Jochem Brouwer, Ben Adams, Giulio Rebuffo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Discussed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Ethereum Magicians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Dive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PEEPanEIP #153 (YouTube)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